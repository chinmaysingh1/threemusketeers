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20" y="1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B138C-A99B-0EFF-DAA7-00062B3A8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27194-66F3-DDB9-35EF-A090AC571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B79A7-1E11-718F-05EF-8C61C3681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AB3C-28DE-4816-93C0-3DD34E50431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4D180-90E6-1345-2663-45B0E1978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9959E-BE25-53F1-4596-F8FBF537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963C-C271-4170-BA1B-30F990237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64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111BD-5CEB-B511-91F1-9058C752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248FE-BFE8-AA40-BC47-FBE90475A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D78BF-AAD1-25F6-4F5C-A17BCEF4A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AB3C-28DE-4816-93C0-3DD34E50431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D170C-A795-A327-45D4-A7876F8F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34539-F758-E0BA-E1C7-848A2EA2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963C-C271-4170-BA1B-30F990237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4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7556A-85F3-D21D-BD03-5B5954443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9BF0E-D524-17AC-293E-8A1EA78A1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A2C02-5D47-C18A-8545-D7BF7E30B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AB3C-28DE-4816-93C0-3DD34E50431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BA90C-5E87-7733-2BE3-D8442B2E0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F17F8-06AC-0B5E-29DE-6D50DEDA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963C-C271-4170-BA1B-30F990237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0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AFA0E-4DC7-E424-9C09-9639A6AE1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088B1-8A3B-2F69-F6B5-A46AFEBC6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CA339-6989-3C9C-8770-27B58BBA9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86C90-90BA-B9D8-BE3D-87796073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AB3C-28DE-4816-93C0-3DD34E50431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AF72D-2B01-E2DA-DF69-4F553CB42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B3E86-2ED2-BCA5-CB35-BB70BCE8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963C-C271-4170-BA1B-30F990237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DB20-1B40-9F66-1881-F9F0AB260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8F334-95AB-B149-94DE-E4134D1ED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B6434-2031-1BF3-840B-7D8CB5B47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06041-362F-7464-3D31-676B7F825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7998BB-1522-E68F-FAC0-EA38E136B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6EF69-EB96-889E-DFC5-A6F8AC78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AB3C-28DE-4816-93C0-3DD34E50431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DD58E-90ED-EFD1-081F-FE9831E10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6224F-8AED-8DEB-FFD9-F36F299B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963C-C271-4170-BA1B-30F990237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8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4AA4-B8C2-1337-1DEC-6539564E4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44BF60-B6A9-8F0D-6D85-097C3602C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AB3C-28DE-4816-93C0-3DD34E50431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31ED7-7E6C-AAD0-7627-2EB9ED08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47C6C-272B-AD5C-548C-002E7D24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963C-C271-4170-BA1B-30F990237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4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F7C3D-CE5F-8865-1FA4-54F7378E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AB3C-28DE-4816-93C0-3DD34E50431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84C5E-0CF9-1CCB-48F1-46626882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1AD12-0854-3085-8CCD-44232F38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963C-C271-4170-BA1B-30F990237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2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83BC-14B7-978D-0F97-99956B93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890EF-2294-C2B6-E6F6-EA72AA8A6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5E470-342C-5B4E-E3AD-F577E8A9C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45CB4-2232-3D40-4B51-71DB9958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AB3C-28DE-4816-93C0-3DD34E50431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B8FE6-CBB0-394F-AA0B-3008F763C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25FB8-0321-1303-D8C5-8E878515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963C-C271-4170-BA1B-30F990237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78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7735-28E6-5076-D9E9-FE76A38E3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A4166D-1E7B-205A-A800-C1C07BF74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58A56-1634-8E89-D477-3C328CDB1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16F59-3D33-6DD4-B2D3-08F3114F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AB3C-28DE-4816-93C0-3DD34E50431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C2212-608A-9A17-E3E4-2AAFB249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1E258-771D-98EA-DD32-6692A2C8A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963C-C271-4170-BA1B-30F990237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00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3BE3-6479-AE8A-8F79-F5B27B50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85877-EB81-CA71-61C6-169920437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A3495-74AA-CE0C-0F8E-B279F280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AB3C-28DE-4816-93C0-3DD34E50431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75CD1-461A-59A1-48CB-BBD25B30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0E358-5FA7-3851-11FC-8C778F8F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963C-C271-4170-BA1B-30F990237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17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0F7D0A-2714-E53F-9647-705BF6065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46B10-B424-E562-E89B-D93B03BC5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879BF-0A67-202D-8638-14704774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AB3C-28DE-4816-93C0-3DD34E50431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3BC73-C8D0-0F67-8366-EA41A0C21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62815-9641-E895-9ECD-0BFB4D50F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963C-C271-4170-BA1B-30F990237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68897A-2B48-6836-EA94-36900B1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98CC7-7AEA-3BEE-9189-76CB2E41F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83975-9FB8-64C0-0416-7CBEF44943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4AB3C-28DE-4816-93C0-3DD34E50431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FC0A5-5FF9-1EBF-2490-AE743085A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8C0D6-8B3F-8DC5-8049-E6BE52207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F963C-C271-4170-BA1B-30F990237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67FB-6FDC-E1B9-2EA9-8E0C9307C9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Three Musketeers Project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CF2F2-4A10-3291-04B7-22974A8E6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March 02, 2026</a:t>
            </a:r>
          </a:p>
        </p:txBody>
      </p:sp>
    </p:spTree>
    <p:extLst>
      <p:ext uri="{BB962C8B-B14F-4D97-AF65-F5344CB8AC3E}">
        <p14:creationId xmlns:p14="http://schemas.microsoft.com/office/powerpoint/2010/main" val="222042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CE3D-5D5C-A304-DE1B-1E550D9A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from last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9A21B-40B1-A1B7-C03A-98EA33857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scenes – (Soup, Egg on spoon, noodles, sandwich?)</a:t>
            </a:r>
          </a:p>
          <a:p>
            <a:pPr lvl="1"/>
            <a:r>
              <a:rPr lang="en-US" dirty="0"/>
              <a:t>Hand tracking</a:t>
            </a:r>
          </a:p>
          <a:p>
            <a:pPr lvl="1"/>
            <a:r>
              <a:rPr lang="en-US" dirty="0"/>
              <a:t>Menu to switch between scenes</a:t>
            </a:r>
          </a:p>
          <a:p>
            <a:pPr lvl="1"/>
            <a:r>
              <a:rPr lang="en-US" dirty="0"/>
              <a:t>Work on fluid simulation</a:t>
            </a:r>
          </a:p>
          <a:p>
            <a:r>
              <a:rPr lang="en-US" dirty="0"/>
              <a:t>Glove</a:t>
            </a:r>
          </a:p>
          <a:p>
            <a:pPr lvl="1"/>
            <a:r>
              <a:rPr lang="en-US" dirty="0"/>
              <a:t>Refining design of glove</a:t>
            </a:r>
          </a:p>
          <a:p>
            <a:pPr lvl="1"/>
            <a:r>
              <a:rPr lang="en-US" dirty="0"/>
              <a:t>Ordering parts, 3D printing</a:t>
            </a:r>
          </a:p>
        </p:txBody>
      </p:sp>
    </p:spTree>
    <p:extLst>
      <p:ext uri="{BB962C8B-B14F-4D97-AF65-F5344CB8AC3E}">
        <p14:creationId xmlns:p14="http://schemas.microsoft.com/office/powerpoint/2010/main" val="675589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AA12-D935-7FCF-2960-D8F4104A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C8CC2-94FE-6A4B-BF39-EB663F433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and run as .</a:t>
            </a:r>
            <a:r>
              <a:rPr lang="en-US" dirty="0" err="1"/>
              <a:t>apk</a:t>
            </a:r>
            <a:endParaRPr lang="en-US" dirty="0"/>
          </a:p>
          <a:p>
            <a:r>
              <a:rPr lang="en-US" dirty="0"/>
              <a:t>Build out other tasks</a:t>
            </a:r>
          </a:p>
          <a:p>
            <a:pPr lvl="1"/>
            <a:r>
              <a:rPr lang="en-US" dirty="0"/>
              <a:t>Egg </a:t>
            </a:r>
            <a:r>
              <a:rPr lang="en-US"/>
              <a:t>on spoon,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87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65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Three Musketeers Project Updates</vt:lpstr>
      <vt:lpstr>Progress from last meeting</vt:lpstr>
      <vt:lpstr>Action Items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Castiller</dc:creator>
  <cp:lastModifiedBy>Adam Castiller</cp:lastModifiedBy>
  <cp:revision>2</cp:revision>
  <dcterms:created xsi:type="dcterms:W3CDTF">2026-03-02T23:15:52Z</dcterms:created>
  <dcterms:modified xsi:type="dcterms:W3CDTF">2026-03-02T23:44:53Z</dcterms:modified>
</cp:coreProperties>
</file>